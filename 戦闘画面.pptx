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35"/>
    <p:restoredTop sz="94654"/>
  </p:normalViewPr>
  <p:slideViewPr>
    <p:cSldViewPr snapToGrid="0">
      <p:cViewPr varScale="1">
        <p:scale>
          <a:sx n="104" d="100"/>
          <a:sy n="104" d="100"/>
        </p:scale>
        <p:origin x="71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12ECB9-42E7-E61C-F78E-7DBC5C785D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D2D1B57-9D81-387F-E572-5708A9DBBF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DD9CD7E-B8AA-83AE-7963-98BC89313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6C98E-0F54-E245-9FC3-4AE1338F4AA8}" type="datetimeFigureOut">
              <a:rPr kumimoji="1" lang="ja-JP" altLang="en-US" smtClean="0"/>
              <a:t>2026/6/27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C3BAB82-867D-E9B9-B7DC-169826C7B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17A208E-0A71-035E-8F4B-0BE2B4EBA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74C03-1BD7-7249-AF2D-EA9A2C4A55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92464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815425-EBF8-2C35-09DE-5D920E2E7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EBB4DD0-8A94-AAB3-F03A-F83C9DB5E0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2995170-984F-1C36-114E-64F0C5C95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6C98E-0F54-E245-9FC3-4AE1338F4AA8}" type="datetimeFigureOut">
              <a:rPr kumimoji="1" lang="ja-JP" altLang="en-US" smtClean="0"/>
              <a:t>2026/6/27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E2E3815-1B89-DE04-08EF-5E9F4DFEB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11B6396-5E00-CC02-FEBB-435C7CC3C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74C03-1BD7-7249-AF2D-EA9A2C4A55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82103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2F5E7AB-3084-F1E5-4024-C5AF08BC3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B48BA8F-19DC-4154-4535-549683253C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3BF74B1-3492-8850-2E1F-6385784D4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6C98E-0F54-E245-9FC3-4AE1338F4AA8}" type="datetimeFigureOut">
              <a:rPr kumimoji="1" lang="ja-JP" altLang="en-US" smtClean="0"/>
              <a:t>2026/6/27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715534D-40DF-0C4D-CBD9-94692ED68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81B4BC9-46F3-915A-C8FF-CAB4A38F4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74C03-1BD7-7249-AF2D-EA9A2C4A55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3070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E5F7FB-1F2B-62B5-B17D-E07C13801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6471CDA-CB81-CC9E-2028-A9B3C6E32F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84D84DD-D42B-D8A0-8064-A12607B360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51DAF5A-5C0F-6648-4E32-14A4DDAFE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6C98E-0F54-E245-9FC3-4AE1338F4AA8}" type="datetimeFigureOut">
              <a:rPr kumimoji="1" lang="ja-JP" altLang="en-US" smtClean="0"/>
              <a:t>2026/6/27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F76417A-12C1-0DEE-C404-B1B89AFAA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6C02B72-1DEC-D3A0-798D-2E4E03C08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74C03-1BD7-7249-AF2D-EA9A2C4A55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6465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5108885-6554-2565-75C7-4A285ECC4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5E03AA0-4696-4AAF-1755-BAAE70F104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06BBB73-506C-A3B7-DE36-5CC18EBB0A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AABDEAD-12E9-237D-3B4F-396F9B5ACE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8E838D1-8ADB-9422-8B2F-443A5D84CD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A348682-2FCB-17A1-BCAF-93E05B259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6C98E-0F54-E245-9FC3-4AE1338F4AA8}" type="datetimeFigureOut">
              <a:rPr kumimoji="1" lang="ja-JP" altLang="en-US" smtClean="0"/>
              <a:t>2026/6/27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E733394-402C-9E4D-6A59-9323E23A0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6E92998-CBC0-A633-A1E6-63A4308D8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74C03-1BD7-7249-AF2D-EA9A2C4A55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0491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9C7ED1-676A-F83A-A375-09F03C360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25C94B2-4C17-EE06-0F61-41F819BF1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6C98E-0F54-E245-9FC3-4AE1338F4AA8}" type="datetimeFigureOut">
              <a:rPr kumimoji="1" lang="ja-JP" altLang="en-US" smtClean="0"/>
              <a:t>2026/6/27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1693688-C3FF-4EFF-2B07-24961283E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25D0CCA-B2FA-A8EC-4813-9147568BE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74C03-1BD7-7249-AF2D-EA9A2C4A55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86332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3163F2D-7763-F72A-BD75-292B793F4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6C98E-0F54-E245-9FC3-4AE1338F4AA8}" type="datetimeFigureOut">
              <a:rPr kumimoji="1" lang="ja-JP" altLang="en-US" smtClean="0"/>
              <a:t>2026/6/27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02842D4-3433-FF33-0933-1C603066E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776AD7A-FB43-EEEA-176D-F17280023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74C03-1BD7-7249-AF2D-EA9A2C4A55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11569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672D6FC-389C-70A6-FC22-F8EDE6FFD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B9B7378-178C-9C79-E34E-BA50456EC9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7184856-7300-C23E-4DF8-953D0B10C7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4126876-616B-5C1D-0C43-BC289B89D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6C98E-0F54-E245-9FC3-4AE1338F4AA8}" type="datetimeFigureOut">
              <a:rPr kumimoji="1" lang="ja-JP" altLang="en-US" smtClean="0"/>
              <a:t>2026/6/27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13441BF-2E33-8BDF-3204-949F77CED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31AF9AF-504D-175B-CC12-F594A8523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74C03-1BD7-7249-AF2D-EA9A2C4A55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574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FBBCBFB-F6D0-4D37-B6D6-2B198988D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9396D38-20D0-5401-BA52-586161A6A4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A80AF61-2034-8C61-6069-68868DCCB1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AAADB93-421A-AB4E-8457-0ADFEA7A9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6C98E-0F54-E245-9FC3-4AE1338F4AA8}" type="datetimeFigureOut">
              <a:rPr kumimoji="1" lang="ja-JP" altLang="en-US" smtClean="0"/>
              <a:t>2026/6/27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A0877D-5288-212C-D266-711199E35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AF2D382-F514-4134-CD05-B58124421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74C03-1BD7-7249-AF2D-EA9A2C4A55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61433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4D9652-D5CE-3C20-5357-BFFAAF7EB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43815F0-E57E-156B-288C-5ACEE5E54D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B7CDDE4-1097-C418-58D1-347C047BE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6C98E-0F54-E245-9FC3-4AE1338F4AA8}" type="datetimeFigureOut">
              <a:rPr kumimoji="1" lang="ja-JP" altLang="en-US" smtClean="0"/>
              <a:t>2026/6/27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2C568F4-FB6D-B20B-6AE5-A7566034E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9B52F94-187D-D634-F540-A20B58628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74C03-1BD7-7249-AF2D-EA9A2C4A55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6199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C38D48C-43B7-F037-28BC-BEC551FBDC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F94DFDC-5E5E-55AD-C7F0-A9892E4D72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A2ED005-8261-6294-4FDE-3C84BA747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6C98E-0F54-E245-9FC3-4AE1338F4AA8}" type="datetimeFigureOut">
              <a:rPr kumimoji="1" lang="ja-JP" altLang="en-US" smtClean="0"/>
              <a:t>2026/6/27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ABF587D-EB8E-755F-3DA9-8F6372861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00AF0CF-724A-A5E6-597E-485B69422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74C03-1BD7-7249-AF2D-EA9A2C4A55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0288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65E5467-C4F2-FB0D-E1BE-89978CF52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0472C9F-78E4-5E09-4DBD-2464691335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C143FC-1499-5654-F288-BF50726477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96C98E-0F54-E245-9FC3-4AE1338F4AA8}" type="datetimeFigureOut">
              <a:rPr kumimoji="1" lang="ja-JP" altLang="en-US" smtClean="0"/>
              <a:t>2026/6/27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FDFB1B7-AD05-C46E-EF1A-A7DA7F3887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3010A17-9E46-8AF5-04ED-22031C2B8D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C74C03-1BD7-7249-AF2D-EA9A2C4A55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2373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ECABB575-4F53-B32C-54E7-239E6710C83A}"/>
              </a:ext>
            </a:extLst>
          </p:cNvPr>
          <p:cNvSpPr/>
          <p:nvPr/>
        </p:nvSpPr>
        <p:spPr>
          <a:xfrm rot="20628906">
            <a:off x="3962672" y="5041554"/>
            <a:ext cx="1190098" cy="15366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/>
              <a:t>手札のカード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3E441E3-EE89-7641-EC72-8965C493799F}"/>
              </a:ext>
            </a:extLst>
          </p:cNvPr>
          <p:cNvSpPr/>
          <p:nvPr/>
        </p:nvSpPr>
        <p:spPr>
          <a:xfrm>
            <a:off x="4642074" y="4906144"/>
            <a:ext cx="1190098" cy="15366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/>
              <a:t>手札のカード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5CE09B61-A7A0-3C49-EE63-8E799EE344B4}"/>
              </a:ext>
            </a:extLst>
          </p:cNvPr>
          <p:cNvSpPr/>
          <p:nvPr/>
        </p:nvSpPr>
        <p:spPr>
          <a:xfrm>
            <a:off x="5417277" y="4906143"/>
            <a:ext cx="1190098" cy="15366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/>
              <a:t>手札のカード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9C6F658B-2C32-9C70-1C55-27F1DC0879E2}"/>
              </a:ext>
            </a:extLst>
          </p:cNvPr>
          <p:cNvSpPr/>
          <p:nvPr/>
        </p:nvSpPr>
        <p:spPr>
          <a:xfrm>
            <a:off x="6012326" y="4906143"/>
            <a:ext cx="1190098" cy="15366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/>
              <a:t>手札のカード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3DF6750-EB9E-F09C-2E7D-36753E6C0137}"/>
              </a:ext>
            </a:extLst>
          </p:cNvPr>
          <p:cNvSpPr/>
          <p:nvPr/>
        </p:nvSpPr>
        <p:spPr>
          <a:xfrm rot="1181604">
            <a:off x="6567751" y="5061726"/>
            <a:ext cx="1190098" cy="15366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/>
              <a:t>手札のカード</a:t>
            </a:r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2C2201E1-073C-E79A-C94F-666864BDC6A9}"/>
              </a:ext>
            </a:extLst>
          </p:cNvPr>
          <p:cNvSpPr/>
          <p:nvPr/>
        </p:nvSpPr>
        <p:spPr>
          <a:xfrm>
            <a:off x="1202453" y="4325375"/>
            <a:ext cx="1322174" cy="1161535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/>
              <a:t>エナジー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8FA616D3-AB65-FC86-AD28-134CF021B4B2}"/>
              </a:ext>
            </a:extLst>
          </p:cNvPr>
          <p:cNvSpPr/>
          <p:nvPr/>
        </p:nvSpPr>
        <p:spPr>
          <a:xfrm>
            <a:off x="658756" y="5830073"/>
            <a:ext cx="543697" cy="7043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/>
              <a:t>山札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D2BC9707-20A2-BF08-117B-E8216C42AC5B}"/>
              </a:ext>
            </a:extLst>
          </p:cNvPr>
          <p:cNvSpPr/>
          <p:nvPr/>
        </p:nvSpPr>
        <p:spPr>
          <a:xfrm>
            <a:off x="10931612" y="5830073"/>
            <a:ext cx="543697" cy="7043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/>
              <a:t>捨札</a:t>
            </a:r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7B6356C4-5ACF-0E67-414F-B426C3E16BB0}"/>
              </a:ext>
            </a:extLst>
          </p:cNvPr>
          <p:cNvSpPr/>
          <p:nvPr/>
        </p:nvSpPr>
        <p:spPr>
          <a:xfrm>
            <a:off x="0" y="0"/>
            <a:ext cx="12192000" cy="71669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円/楕円 11">
            <a:extLst>
              <a:ext uri="{FF2B5EF4-FFF2-40B4-BE49-F238E27FC236}">
                <a16:creationId xmlns:a16="http://schemas.microsoft.com/office/drawing/2014/main" id="{E7402BD1-0233-872E-DFB7-0C69EE35609A}"/>
              </a:ext>
            </a:extLst>
          </p:cNvPr>
          <p:cNvSpPr/>
          <p:nvPr/>
        </p:nvSpPr>
        <p:spPr>
          <a:xfrm>
            <a:off x="2248930" y="2325896"/>
            <a:ext cx="1886517" cy="165631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/>
              <a:t>自分のキャラ</a:t>
            </a:r>
            <a:endParaRPr kumimoji="1" lang="en-US" altLang="ja-JP" dirty="0"/>
          </a:p>
        </p:txBody>
      </p:sp>
      <p:sp>
        <p:nvSpPr>
          <p:cNvPr id="13" name="円/楕円 12">
            <a:extLst>
              <a:ext uri="{FF2B5EF4-FFF2-40B4-BE49-F238E27FC236}">
                <a16:creationId xmlns:a16="http://schemas.microsoft.com/office/drawing/2014/main" id="{A16C5BE5-1DB0-F0F0-FE27-AE93E7F98105}"/>
              </a:ext>
            </a:extLst>
          </p:cNvPr>
          <p:cNvSpPr/>
          <p:nvPr/>
        </p:nvSpPr>
        <p:spPr>
          <a:xfrm>
            <a:off x="8056555" y="2445224"/>
            <a:ext cx="1886517" cy="165631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/>
              <a:t>エネミー</a:t>
            </a:r>
            <a:endParaRPr kumimoji="1" lang="en-US" altLang="ja-JP" dirty="0"/>
          </a:p>
        </p:txBody>
      </p:sp>
      <p:sp>
        <p:nvSpPr>
          <p:cNvPr id="15" name="ハート 14">
            <a:extLst>
              <a:ext uri="{FF2B5EF4-FFF2-40B4-BE49-F238E27FC236}">
                <a16:creationId xmlns:a16="http://schemas.microsoft.com/office/drawing/2014/main" id="{C179E76D-90E2-6FB4-B2D8-867F30A3C979}"/>
              </a:ext>
            </a:extLst>
          </p:cNvPr>
          <p:cNvSpPr/>
          <p:nvPr/>
        </p:nvSpPr>
        <p:spPr>
          <a:xfrm>
            <a:off x="300410" y="157686"/>
            <a:ext cx="358346" cy="370703"/>
          </a:xfrm>
          <a:prstGeom prst="hear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C01602CB-2591-838C-4419-AD08A0FE095D}"/>
              </a:ext>
            </a:extLst>
          </p:cNvPr>
          <p:cNvSpPr/>
          <p:nvPr/>
        </p:nvSpPr>
        <p:spPr>
          <a:xfrm>
            <a:off x="930604" y="216242"/>
            <a:ext cx="1145330" cy="28420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HP</a:t>
            </a:r>
            <a:endParaRPr kumimoji="1"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EA08A4FD-7ED6-BF30-8D3E-8D07BD8C7187}"/>
              </a:ext>
            </a:extLst>
          </p:cNvPr>
          <p:cNvSpPr/>
          <p:nvPr/>
        </p:nvSpPr>
        <p:spPr>
          <a:xfrm>
            <a:off x="2626757" y="4101540"/>
            <a:ext cx="1145330" cy="28420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HP</a:t>
            </a:r>
            <a:endParaRPr kumimoji="1"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FF7D2EA2-370E-DA20-B797-9BBB3F9E4EB3}"/>
              </a:ext>
            </a:extLst>
          </p:cNvPr>
          <p:cNvSpPr/>
          <p:nvPr/>
        </p:nvSpPr>
        <p:spPr>
          <a:xfrm>
            <a:off x="8427148" y="4299246"/>
            <a:ext cx="1145330" cy="28420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HP</a:t>
            </a:r>
            <a:endParaRPr kumimoji="1"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76C3A863-2CAC-16C4-12FB-0674654BB945}"/>
              </a:ext>
            </a:extLst>
          </p:cNvPr>
          <p:cNvSpPr/>
          <p:nvPr/>
        </p:nvSpPr>
        <p:spPr>
          <a:xfrm>
            <a:off x="2248930" y="216242"/>
            <a:ext cx="1145329" cy="28420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/>
              <a:t>所持ゴールド数</a:t>
            </a:r>
          </a:p>
        </p:txBody>
      </p:sp>
      <p:sp>
        <p:nvSpPr>
          <p:cNvPr id="20" name="円/楕円 19">
            <a:extLst>
              <a:ext uri="{FF2B5EF4-FFF2-40B4-BE49-F238E27FC236}">
                <a16:creationId xmlns:a16="http://schemas.microsoft.com/office/drawing/2014/main" id="{6690407F-3DF0-FE0A-F700-5049CB6F87D7}"/>
              </a:ext>
            </a:extLst>
          </p:cNvPr>
          <p:cNvSpPr/>
          <p:nvPr/>
        </p:nvSpPr>
        <p:spPr>
          <a:xfrm>
            <a:off x="3624695" y="147295"/>
            <a:ext cx="1106509" cy="42209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/>
              <a:t>ポーション</a:t>
            </a:r>
          </a:p>
        </p:txBody>
      </p:sp>
      <p:sp>
        <p:nvSpPr>
          <p:cNvPr id="21" name="円/楕円 20">
            <a:extLst>
              <a:ext uri="{FF2B5EF4-FFF2-40B4-BE49-F238E27FC236}">
                <a16:creationId xmlns:a16="http://schemas.microsoft.com/office/drawing/2014/main" id="{7B6ACF80-2FB4-C4D4-A25B-B416980779A0}"/>
              </a:ext>
            </a:extLst>
          </p:cNvPr>
          <p:cNvSpPr/>
          <p:nvPr/>
        </p:nvSpPr>
        <p:spPr>
          <a:xfrm>
            <a:off x="4864022" y="147294"/>
            <a:ext cx="1106509" cy="42209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/>
              <a:t>ポーション</a:t>
            </a:r>
          </a:p>
        </p:txBody>
      </p:sp>
      <p:sp>
        <p:nvSpPr>
          <p:cNvPr id="22" name="円/楕円 21">
            <a:extLst>
              <a:ext uri="{FF2B5EF4-FFF2-40B4-BE49-F238E27FC236}">
                <a16:creationId xmlns:a16="http://schemas.microsoft.com/office/drawing/2014/main" id="{7E28EBC3-ED32-CE98-74A9-F3070DB15CC4}"/>
              </a:ext>
            </a:extLst>
          </p:cNvPr>
          <p:cNvSpPr/>
          <p:nvPr/>
        </p:nvSpPr>
        <p:spPr>
          <a:xfrm>
            <a:off x="6148807" y="181767"/>
            <a:ext cx="791149" cy="35315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/>
              <a:t>何層目</a:t>
            </a:r>
          </a:p>
        </p:txBody>
      </p:sp>
      <p:sp>
        <p:nvSpPr>
          <p:cNvPr id="23" name="円/楕円 22">
            <a:extLst>
              <a:ext uri="{FF2B5EF4-FFF2-40B4-BE49-F238E27FC236}">
                <a16:creationId xmlns:a16="http://schemas.microsoft.com/office/drawing/2014/main" id="{53120E2A-6F0A-8441-D308-C4FC14E46757}"/>
              </a:ext>
            </a:extLst>
          </p:cNvPr>
          <p:cNvSpPr/>
          <p:nvPr/>
        </p:nvSpPr>
        <p:spPr>
          <a:xfrm>
            <a:off x="57326" y="932934"/>
            <a:ext cx="1202859" cy="48191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/>
              <a:t>所持遺物</a:t>
            </a:r>
          </a:p>
        </p:txBody>
      </p:sp>
      <p:sp>
        <p:nvSpPr>
          <p:cNvPr id="24" name="円/楕円 23">
            <a:extLst>
              <a:ext uri="{FF2B5EF4-FFF2-40B4-BE49-F238E27FC236}">
                <a16:creationId xmlns:a16="http://schemas.microsoft.com/office/drawing/2014/main" id="{91D36EC9-7668-7C3E-8366-8F3E4CD4FB22}"/>
              </a:ext>
            </a:extLst>
          </p:cNvPr>
          <p:cNvSpPr/>
          <p:nvPr/>
        </p:nvSpPr>
        <p:spPr>
          <a:xfrm>
            <a:off x="8056555" y="1915297"/>
            <a:ext cx="1886517" cy="41059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/>
              <a:t>行動予告</a:t>
            </a:r>
          </a:p>
        </p:txBody>
      </p:sp>
      <p:sp>
        <p:nvSpPr>
          <p:cNvPr id="25" name="円/楕円 24">
            <a:extLst>
              <a:ext uri="{FF2B5EF4-FFF2-40B4-BE49-F238E27FC236}">
                <a16:creationId xmlns:a16="http://schemas.microsoft.com/office/drawing/2014/main" id="{5DA7A211-C812-D84F-B4DC-6946ECA33E04}"/>
              </a:ext>
            </a:extLst>
          </p:cNvPr>
          <p:cNvSpPr/>
          <p:nvPr/>
        </p:nvSpPr>
        <p:spPr>
          <a:xfrm>
            <a:off x="8272087" y="5115697"/>
            <a:ext cx="1754820" cy="45771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/>
              <a:t>ターン終了</a:t>
            </a:r>
          </a:p>
        </p:txBody>
      </p:sp>
    </p:spTree>
    <p:extLst>
      <p:ext uri="{BB962C8B-B14F-4D97-AF65-F5344CB8AC3E}">
        <p14:creationId xmlns:p14="http://schemas.microsoft.com/office/powerpoint/2010/main" val="22083496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38</Words>
  <Application>Microsoft Macintosh PowerPoint</Application>
  <PresentationFormat>ワイド画面</PresentationFormat>
  <Paragraphs>20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m26ts006</dc:creator>
  <cp:lastModifiedBy>m26ts006</cp:lastModifiedBy>
  <cp:revision>1</cp:revision>
  <dcterms:created xsi:type="dcterms:W3CDTF">2026-06-27T12:21:46Z</dcterms:created>
  <dcterms:modified xsi:type="dcterms:W3CDTF">2026-06-27T12:39:40Z</dcterms:modified>
</cp:coreProperties>
</file>